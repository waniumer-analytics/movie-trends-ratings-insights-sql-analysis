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9813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25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02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7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8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0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7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8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18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7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48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6193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932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91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0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484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29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0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4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Movie Industry SQL Analysis</a:t>
            </a:r>
          </a:p>
          <a:p>
            <a:r>
              <a:t>Revenue, Profitability &amp; Actor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 Data Analysis Project</a:t>
            </a:r>
          </a:p>
          <a:p>
            <a:endParaRPr dirty="0"/>
          </a:p>
          <a:p>
            <a:r>
              <a:rPr lang="en-US" dirty="0"/>
              <a:t>DESIGNED BY :- WANI </a:t>
            </a:r>
            <a:r>
              <a:rPr dirty="0"/>
              <a:t>Umar Wani</a:t>
            </a:r>
            <a:r>
              <a:rPr lang="en-US" dirty="0"/>
              <a:t>   (</a:t>
            </a:r>
            <a:r>
              <a:rPr dirty="0"/>
              <a:t>Data Analyst</a:t>
            </a:r>
            <a:r>
              <a:rPr lang="en-US" dirty="0"/>
              <a:t> )</a:t>
            </a:r>
            <a:endParaRPr dirty="0"/>
          </a:p>
          <a:p>
            <a:endParaRPr dirty="0"/>
          </a:p>
          <a:p>
            <a:r>
              <a:rPr dirty="0"/>
              <a:t>Tools: SQL | Relational Databases |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movie industry data using SQL to understand:</a:t>
            </a:r>
          </a:p>
          <a:p>
            <a:r>
              <a:t>- Financial performance of movies</a:t>
            </a:r>
          </a:p>
          <a:p>
            <a:r>
              <a:t>- Profitability trends</a:t>
            </a:r>
          </a:p>
          <a:p>
            <a:r>
              <a:t>- Actor influence on revenue</a:t>
            </a:r>
          </a:p>
          <a:p>
            <a:r>
              <a:t>- Differences between Hollywood and Bollywood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5 relational tables:</a:t>
            </a:r>
          </a:p>
          <a:p>
            <a:r>
              <a:t>movies – movie metadata</a:t>
            </a:r>
          </a:p>
          <a:p>
            <a:r>
              <a:t>actors – actor details</a:t>
            </a:r>
          </a:p>
          <a:p>
            <a:r>
              <a:t>movie_actor – movie–actor mapping</a:t>
            </a:r>
          </a:p>
          <a:p>
            <a:r>
              <a:t>financials – budget and revenue</a:t>
            </a:r>
          </a:p>
          <a:p>
            <a:r>
              <a:t>languages – language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SQL queries were used to explore the dataset:</a:t>
            </a:r>
          </a:p>
          <a:p>
            <a:r>
              <a:t>- Listing movies and ratings</a:t>
            </a:r>
          </a:p>
          <a:p>
            <a:r>
              <a:t>- Exploring actor demographics</a:t>
            </a:r>
          </a:p>
          <a:p>
            <a:r>
              <a:t>- Reviewing language distribution</a:t>
            </a:r>
          </a:p>
          <a:p>
            <a:r>
              <a:t>- Understanding release years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Multiple tables were joined to build a unified dataset:</a:t>
            </a:r>
          </a:p>
          <a:p>
            <a:r>
              <a:t>- movies</a:t>
            </a:r>
          </a:p>
          <a:p>
            <a:r>
              <a:t>- financials</a:t>
            </a:r>
          </a:p>
          <a:p>
            <a:r>
              <a:t>- actors</a:t>
            </a:r>
          </a:p>
          <a:p>
            <a:r>
              <a:t>- languages</a:t>
            </a:r>
          </a:p>
          <a:p>
            <a:endParaRPr/>
          </a:p>
          <a:p>
            <a:r>
              <a:t>SQL joins enabled multi-dimensional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data was normalized for analysis:</a:t>
            </a:r>
          </a:p>
          <a:p>
            <a:r>
              <a:t>- Converted billions to millions</a:t>
            </a:r>
          </a:p>
          <a:p>
            <a:r>
              <a:t>- Calculated profit (Revenue – Budget)</a:t>
            </a:r>
          </a:p>
          <a:p>
            <a:r>
              <a:t>- Calculated ROI (Profit / Budget)</a:t>
            </a:r>
          </a:p>
          <a:p>
            <a:endParaRPr/>
          </a:p>
          <a:p>
            <a:r>
              <a:t>This ensured consistent comparison across movies.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Revenue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is concentrated among a small number of blockbuster movies.</a:t>
            </a:r>
          </a:p>
          <a:p>
            <a:r>
              <a:t>Key points:</a:t>
            </a:r>
          </a:p>
          <a:p>
            <a:r>
              <a:t>- Blockbusters dominate industry earnings</a:t>
            </a:r>
          </a:p>
          <a:p>
            <a:r>
              <a:t>- High-budget films generate major revenue</a:t>
            </a:r>
          </a:p>
          <a:p>
            <a:r>
              <a:t>- Revenue distribution is uneven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Movie Profitability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Movies were categorized based on profitability:</a:t>
            </a:r>
          </a:p>
          <a:p>
            <a:r>
              <a:t>- Loss</a:t>
            </a:r>
          </a:p>
          <a:p>
            <a:r>
              <a:t>- Low Profit</a:t>
            </a:r>
          </a:p>
          <a:p>
            <a:r>
              <a:t>- Medium Profit</a:t>
            </a:r>
          </a:p>
          <a:p>
            <a:r>
              <a:t>- High Profit</a:t>
            </a:r>
          </a:p>
          <a:p>
            <a:endParaRPr/>
          </a:p>
          <a:p>
            <a:r>
              <a:t>Most movies fall in low to medium profit ranges.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Actor Contribution to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Actor influence was evaluated using cumulative revenue.</a:t>
            </a:r>
          </a:p>
          <a:p>
            <a:r>
              <a:t>Findings:</a:t>
            </a:r>
          </a:p>
          <a:p>
            <a:r>
              <a:t>- Some actors consistently appear in high-revenue films</a:t>
            </a:r>
          </a:p>
          <a:p>
            <a:r>
              <a:t>- Actor participation impacts box office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Ratings vs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between IMDb ratings and revenue.</a:t>
            </a:r>
          </a:p>
          <a:p>
            <a:r>
              <a:t>Key finding:</a:t>
            </a:r>
          </a:p>
          <a:p>
            <a:r>
              <a:t>- Highly rated movies do not always generate highest revenue</a:t>
            </a:r>
          </a:p>
          <a:p>
            <a:r>
              <a:t>- Critical success and commercial success differ.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Hollywood vs Bollywood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comparison revealed:</a:t>
            </a:r>
          </a:p>
          <a:p>
            <a:r>
              <a:t>- Hollywood generally produces higher revenue per movie</a:t>
            </a:r>
          </a:p>
          <a:p>
            <a:r>
              <a:t>- Larger budgets and global markets drive revenue</a:t>
            </a:r>
          </a:p>
          <a:p>
            <a:r>
              <a:t>- Bollywood produces higher volume but lower average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 affects distribution and audience reach.</a:t>
            </a:r>
          </a:p>
          <a:p>
            <a:r>
              <a:t>- Globally dominant languages reach larger audiences</a:t>
            </a:r>
          </a:p>
          <a:p>
            <a:r>
              <a:t>- Multilingual releases expand market reach</a:t>
            </a:r>
          </a:p>
          <a:p>
            <a:r>
              <a:t>- Language influences revenue potential.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Invest in high ROI franchises</a:t>
            </a:r>
          </a:p>
          <a:p>
            <a:r>
              <a:t>2. Use actor revenue data for casting decisions</a:t>
            </a:r>
          </a:p>
          <a:p>
            <a:r>
              <a:t>3. Optimize production budgets</a:t>
            </a:r>
          </a:p>
          <a:p>
            <a:r>
              <a:t>4. Expand multilingual releases for global reach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Insights from this analysis can help:</a:t>
            </a:r>
          </a:p>
          <a:p>
            <a:r>
              <a:t>- Improve movie investment decisions</a:t>
            </a:r>
          </a:p>
          <a:p>
            <a:r>
              <a:t>- Optimize production budgets</a:t>
            </a:r>
          </a:p>
          <a:p>
            <a:r>
              <a:t>- Identify high-performing actors</a:t>
            </a:r>
          </a:p>
          <a:p>
            <a:r>
              <a:t>- Improve franchise planning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479" y="1846732"/>
            <a:ext cx="7797662" cy="1151965"/>
          </a:xfrm>
        </p:spPr>
        <p:txBody>
          <a:bodyPr/>
          <a:lstStyle/>
          <a:p>
            <a:pPr algn="ctr"/>
            <a:r>
              <a:rPr sz="11500" dirty="0"/>
              <a:t>Thank</a:t>
            </a:r>
            <a:r>
              <a:rPr lang="en-US" sz="11500" dirty="0"/>
              <a:t> YOU</a:t>
            </a:r>
            <a:endParaRPr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 flipV="1">
            <a:off x="0" y="5375275"/>
            <a:ext cx="292608" cy="45719"/>
          </a:xfrm>
        </p:spPr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3</TotalTime>
  <Words>435</Words>
  <Application>Microsoft Office PowerPoint</Application>
  <PresentationFormat>On-screen Show (4:3)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Impact</vt:lpstr>
      <vt:lpstr>Main Event</vt:lpstr>
      <vt:lpstr>Movie Industry SQL Analysis Revenue, Profitability &amp; Actor Performance</vt:lpstr>
      <vt:lpstr>Project Objective</vt:lpstr>
      <vt:lpstr>Dataset Structure</vt:lpstr>
      <vt:lpstr>Initial Data Exploration</vt:lpstr>
      <vt:lpstr>Data Integration</vt:lpstr>
      <vt:lpstr>Financial Data Processing</vt:lpstr>
      <vt:lpstr>Industry Revenue Distribution</vt:lpstr>
      <vt:lpstr>Movie Profitability Categories</vt:lpstr>
      <vt:lpstr>Actor Contribution to Revenue</vt:lpstr>
      <vt:lpstr>Ratings vs Revenue</vt:lpstr>
      <vt:lpstr>Hollywood vs Bollywood</vt:lpstr>
      <vt:lpstr>Language Influence</vt:lpstr>
      <vt:lpstr>Business Recommendations</vt:lpstr>
      <vt:lpstr>Business Impact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2</cp:revision>
  <dcterms:created xsi:type="dcterms:W3CDTF">2013-01-27T09:14:16Z</dcterms:created>
  <dcterms:modified xsi:type="dcterms:W3CDTF">2026-03-08T05:36:50Z</dcterms:modified>
  <cp:category/>
</cp:coreProperties>
</file>